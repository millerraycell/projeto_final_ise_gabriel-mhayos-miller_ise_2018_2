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432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9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32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0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5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8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9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56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1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103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4655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959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1309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6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953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43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12/12/2018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1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pt-BR" dirty="0" smtClean="0"/>
              <a:t>ESTUFA EFEITO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 smtClean="0"/>
              <a:t>Gabriel Arcanjo Campelo Fadoul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 err="1" smtClean="0"/>
              <a:t>Mhayos</a:t>
            </a:r>
            <a:r>
              <a:rPr lang="pt-BR" dirty="0" smtClean="0"/>
              <a:t> </a:t>
            </a:r>
            <a:r>
              <a:rPr lang="pt-BR" dirty="0" err="1" smtClean="0"/>
              <a:t>Raycell</a:t>
            </a:r>
            <a:r>
              <a:rPr lang="pt-BR" dirty="0" smtClean="0"/>
              <a:t> Monteiro Correia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 smtClean="0"/>
              <a:t>Miller </a:t>
            </a:r>
            <a:r>
              <a:rPr lang="pt-BR" dirty="0" err="1" smtClean="0"/>
              <a:t>Raycell</a:t>
            </a:r>
            <a:r>
              <a:rPr lang="pt-BR" dirty="0" smtClean="0"/>
              <a:t> Monteiro Correia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792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 o Produto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3" y="2160590"/>
            <a:ext cx="4190881" cy="3660662"/>
          </a:xfrm>
        </p:spPr>
        <p:txBody>
          <a:bodyPr/>
          <a:lstStyle/>
          <a:p>
            <a:r>
              <a:rPr lang="pt-BR" dirty="0" smtClean="0"/>
              <a:t>Cultivação Indoor;</a:t>
            </a:r>
          </a:p>
          <a:p>
            <a:endParaRPr lang="pt-BR" dirty="0"/>
          </a:p>
          <a:p>
            <a:r>
              <a:rPr lang="pt-BR" dirty="0" smtClean="0"/>
              <a:t>Implementação específica para Orquídeas;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670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Sobre Orquídeas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7334" y="1930400"/>
            <a:ext cx="3472969" cy="4072326"/>
          </a:xfrm>
        </p:spPr>
        <p:txBody>
          <a:bodyPr/>
          <a:lstStyle/>
          <a:p>
            <a:r>
              <a:rPr lang="pt-BR" dirty="0" smtClean="0"/>
              <a:t>Temperatura do ambiente;</a:t>
            </a:r>
          </a:p>
          <a:p>
            <a:endParaRPr lang="pt-BR" dirty="0" smtClean="0"/>
          </a:p>
          <a:p>
            <a:r>
              <a:rPr lang="pt-BR" dirty="0" smtClean="0"/>
              <a:t>Umidade relativa do ar;</a:t>
            </a:r>
          </a:p>
          <a:p>
            <a:endParaRPr lang="pt-BR" dirty="0" smtClean="0"/>
          </a:p>
          <a:p>
            <a:r>
              <a:rPr lang="pt-BR" dirty="0" smtClean="0"/>
              <a:t>Umidade do Solo.</a:t>
            </a:r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975" y="1930400"/>
            <a:ext cx="4427027" cy="263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3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Software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IDE Arduino</a:t>
            </a:r>
          </a:p>
          <a:p>
            <a:endParaRPr lang="pt-BR" dirty="0"/>
          </a:p>
          <a:p>
            <a:r>
              <a:rPr lang="pt-BR" dirty="0" smtClean="0"/>
              <a:t>Rotinas Adaptadas</a:t>
            </a:r>
          </a:p>
          <a:p>
            <a:endParaRPr lang="pt-BR" dirty="0"/>
          </a:p>
          <a:p>
            <a:r>
              <a:rPr lang="pt-BR" dirty="0" smtClean="0"/>
              <a:t>Máquina de Estados</a:t>
            </a:r>
          </a:p>
          <a:p>
            <a:endParaRPr lang="pt-BR" dirty="0"/>
          </a:p>
          <a:p>
            <a:r>
              <a:rPr lang="pt-BR" dirty="0" smtClean="0"/>
              <a:t>Sem utilização de TAD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7" t="15926" r="15512" b="16480"/>
          <a:stretch/>
        </p:blipFill>
        <p:spPr>
          <a:xfrm>
            <a:off x="6692587" y="2160589"/>
            <a:ext cx="2581415" cy="25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3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Arduino Uno;</a:t>
            </a:r>
            <a:endParaRPr lang="pt-BR" dirty="0"/>
          </a:p>
          <a:p>
            <a:r>
              <a:rPr lang="pt-BR" dirty="0" smtClean="0"/>
              <a:t>Módulo Relé;</a:t>
            </a:r>
            <a:endParaRPr lang="pt-BR" dirty="0"/>
          </a:p>
          <a:p>
            <a:r>
              <a:rPr lang="pt-BR" dirty="0" smtClean="0"/>
              <a:t>Sensores:</a:t>
            </a:r>
          </a:p>
          <a:p>
            <a:pPr lvl="1"/>
            <a:r>
              <a:rPr lang="pt-BR" dirty="0" smtClean="0"/>
              <a:t>DHT11;</a:t>
            </a:r>
          </a:p>
          <a:p>
            <a:pPr lvl="1"/>
            <a:r>
              <a:rPr lang="pt-BR" dirty="0" smtClean="0"/>
              <a:t>LM393;</a:t>
            </a:r>
          </a:p>
          <a:p>
            <a:pPr lvl="1"/>
            <a:r>
              <a:rPr lang="pt-BR" dirty="0" smtClean="0"/>
              <a:t>DS18B20;</a:t>
            </a:r>
          </a:p>
          <a:p>
            <a:r>
              <a:rPr lang="pt-BR" dirty="0" smtClean="0"/>
              <a:t>Atuadores:</a:t>
            </a:r>
          </a:p>
          <a:p>
            <a:pPr lvl="1"/>
            <a:r>
              <a:rPr lang="pt-BR" dirty="0" smtClean="0"/>
              <a:t>Coolers;</a:t>
            </a:r>
          </a:p>
          <a:p>
            <a:pPr lvl="1"/>
            <a:r>
              <a:rPr lang="pt-BR" dirty="0" err="1" smtClean="0"/>
              <a:t>Led’s</a:t>
            </a:r>
            <a:r>
              <a:rPr lang="pt-BR" dirty="0" smtClean="0"/>
              <a:t>;</a:t>
            </a:r>
          </a:p>
          <a:p>
            <a:pPr lvl="1"/>
            <a:endParaRPr lang="pt-BR" dirty="0" smtClean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Hardware</a:t>
            </a:r>
            <a:endParaRPr lang="pt-BR" dirty="0"/>
          </a:p>
        </p:txBody>
      </p:sp>
      <p:pic>
        <p:nvPicPr>
          <p:cNvPr id="1026" name="Picture 2" descr="https://raw.githubusercontent.com/millerraycell/Projeto_Final_ISE_Gabriel-Mhayos-Miller_ISE_2018_2/master/Documenta%C3%A7%C3%A3o/Esquema%20Estufa%20Inteligente_bb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363" y="2160590"/>
            <a:ext cx="4740639" cy="315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756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Trabalhos Futuros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Irrigação automática</a:t>
            </a:r>
          </a:p>
          <a:p>
            <a:endParaRPr lang="pt-BR" dirty="0" smtClean="0"/>
          </a:p>
          <a:p>
            <a:r>
              <a:rPr lang="pt-BR" dirty="0" smtClean="0"/>
              <a:t>Uma implementação configurável</a:t>
            </a:r>
          </a:p>
          <a:p>
            <a:endParaRPr lang="pt-BR" dirty="0" smtClean="0"/>
          </a:p>
          <a:p>
            <a:r>
              <a:rPr lang="pt-BR" dirty="0" smtClean="0"/>
              <a:t>Configurações específicas para estágios de crescimento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078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OBRIGADO PELA ATENÇÃO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826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89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Facetado</vt:lpstr>
      <vt:lpstr>ESTUFA EFEITO</vt:lpstr>
      <vt:lpstr>Sobre o Produto</vt:lpstr>
      <vt:lpstr>Sobre Orquídeas</vt:lpstr>
      <vt:lpstr>Software</vt:lpstr>
      <vt:lpstr>Hardware</vt:lpstr>
      <vt:lpstr>Trabalhos Futuros</vt:lpstr>
      <vt:lpstr>OBRIGADO PELA ATENÇÃO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ESTUFA EFEITO</dc:title>
  <dc:creator>Gabriel Campelo</dc:creator>
  <cp:lastModifiedBy>Gabriel Campelo</cp:lastModifiedBy>
  <cp:revision>9</cp:revision>
  <dcterms:created xsi:type="dcterms:W3CDTF">2018-12-12T23:37:49Z</dcterms:created>
  <dcterms:modified xsi:type="dcterms:W3CDTF">2018-12-13T04:35:34Z</dcterms:modified>
</cp:coreProperties>
</file>